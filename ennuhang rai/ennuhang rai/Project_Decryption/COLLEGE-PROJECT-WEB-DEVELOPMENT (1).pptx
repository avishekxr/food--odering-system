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6294"/>
            <a:ext cx="755642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🎓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COLLEGE PROJECT · WEB DEVELOPMENT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793790" y="3259812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Designing &amp; Developing a Restaurant Menu Ordering Website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5417701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Created By: Ennuhang Rai.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030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906" y="2958703"/>
            <a:ext cx="5915978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Overview &amp; Goals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68906" y="3838694"/>
            <a:ext cx="6453187" cy="1417082"/>
          </a:xfrm>
          <a:prstGeom prst="roundRect">
            <a:avLst>
              <a:gd name="adj" fmla="val 56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8693" y="4038481"/>
            <a:ext cx="2403038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Seamless Ordering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8693" y="4450437"/>
            <a:ext cx="6053614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Deliver an intuitive ordering flow that minimizes friction from browsing to checkout.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08188" y="3838694"/>
            <a:ext cx="6453307" cy="1417082"/>
          </a:xfrm>
          <a:prstGeom prst="roundRect">
            <a:avLst>
              <a:gd name="adj" fmla="val 56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07975" y="4038481"/>
            <a:ext cx="2891195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Responsive Performance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07975" y="4450437"/>
            <a:ext cx="6053733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Fast load times and adaptive layouts across phones, tablets, and desktops.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8906" y="5441871"/>
            <a:ext cx="6453187" cy="1417082"/>
          </a:xfrm>
          <a:prstGeom prst="roundRect">
            <a:avLst>
              <a:gd name="adj" fmla="val 56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8693" y="5641658"/>
            <a:ext cx="2403038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Scalable Backend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68693" y="6053614"/>
            <a:ext cx="6053614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Modular API and data models to support growth, integrations, and analytics.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08188" y="5441871"/>
            <a:ext cx="6453307" cy="1417082"/>
          </a:xfrm>
          <a:prstGeom prst="roundRect">
            <a:avLst>
              <a:gd name="adj" fmla="val 569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07975" y="5641658"/>
            <a:ext cx="2403038" cy="300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Maintainability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607975" y="6053614"/>
            <a:ext cx="6053733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Clear code structure, automated tests, and admin tools for non-technical staff.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8906" y="7068383"/>
            <a:ext cx="13092589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project balances user delight with operational efficiency: easy menu management, reliable order handling, and opportunities for marketing and analytics.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9114"/>
            <a:ext cx="122109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Frontend Requirements: User Experience &amp; Design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56027"/>
            <a:ext cx="1212771" cy="749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54568" y="3456027"/>
            <a:ext cx="26760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Server-Side Templates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254568" y="3885247"/>
            <a:ext cx="272141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Django templates (HTML5 + CSS3) for SEO-friendly, indexable menus and content. Use Bootstrap for grid and responsive utilities.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3456027"/>
            <a:ext cx="1212771" cy="749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4764" y="3456027"/>
            <a:ext cx="26110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JavaScript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684764" y="3885247"/>
            <a:ext cx="272153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Client-side behaviors: dynamic filtering, real-time cart updates, form validation, and progressive enhancement for offline resilience.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3456027"/>
            <a:ext cx="1212771" cy="7494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15080" y="34560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Visual Hierarchy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1115080" y="3885247"/>
            <a:ext cx="272153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Large appetizing photos, clear CTAs, readable fonts and color accents (primary: #9C9283) to guide users to add items and complete checkout.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160" y="811768"/>
            <a:ext cx="7731681" cy="110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Backend Architecture: Robust &amp; Flexible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60" y="2150507"/>
            <a:ext cx="441365" cy="4413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43858" y="2150507"/>
            <a:ext cx="2840355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Language: Python 3.x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43858" y="2520553"/>
            <a:ext cx="7093982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Stable, well-supported language with a large ecosystem for web, data, and integrations.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160" y="3368278"/>
            <a:ext cx="441365" cy="4413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43858" y="3368278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Flask Backend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343858" y="3738324"/>
            <a:ext cx="7093982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Lightweight API for order processing, webhooks, and POS/delivery integrations. Keeps services modular and testable.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160" y="4586049"/>
            <a:ext cx="441365" cy="4413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43858" y="4586049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Optional API Layer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343858" y="4956096"/>
            <a:ext cx="7093982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Django REST Framework can be added for mobile apps, partner integrations, or a separate headless frontend in the future.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6160" y="5803821"/>
            <a:ext cx="441365" cy="44136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43858" y="5803821"/>
            <a:ext cx="2207062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Database: SQLite 3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343858" y="6173867"/>
            <a:ext cx="7093982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File-based database for small-to-medium restaurants; simple, portable, and easy to back up. Plan migration paths to PostgreSQL for scale.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706160" y="6884194"/>
            <a:ext cx="7731681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Design the backend as composable services: authentication, menu management, order queue, payment connector, and notification worker processes.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6726" y="453271"/>
            <a:ext cx="521339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Dynamic Menu Management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426726" y="1189553"/>
            <a:ext cx="5706189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admin panel enables non-technical staff to add, edit, or remove items with live previews. Each item includes title, description, price, images, category, allergens, modifiers (sizes, extras), and availability windows.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26726" y="1918573"/>
            <a:ext cx="5706189" cy="70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Image uploads with auto-resize and lazy loading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Allergen &amp; dietary tags for filtering and accessibility</a:t>
            </a:r>
            <a:endParaRPr lang="en-US" sz="11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Time-based availability (breakfast/lunch/dinner)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4867" y="1214795"/>
            <a:ext cx="5706189" cy="57061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04867" y="7047309"/>
            <a:ext cx="5706189" cy="62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propagation of changes: WebSocket or short polling keeps the storefront in sync without redeploys. Versioned menu drafts let managers preview changes before publishing.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234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Responsive &amp; Mobile-First Design Insights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20015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38632" y="2268379"/>
            <a:ext cx="35641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Mobile Traffic &amp; Expectations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38632" y="2697599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 70% of visits originate from mobile. Prioritize fast paths to order and checkout on small screens.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372951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38632" y="3797737"/>
            <a:ext cx="25171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Performance Targets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38632" y="4226957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Aim for load times under 2 seconds. Optimize images, use CDN, and tune SQLite queries to avoid latency.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5258872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38632" y="53270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Interaction Design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38632" y="5756315"/>
            <a:ext cx="691157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Large tap targets, one-handed ergonomics, persistent cart access, and accessibility-compliant contrast using the theme palette (accent: #9C9283, dark text: #3A3A3A).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693217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progressive enhancement: pages render server-side for crawlers and fallback devices, with client-side scripts adding dynamic convenience features.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9922"/>
            <a:ext cx="64508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Online Ordering Workflow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97656"/>
            <a:ext cx="7556421" cy="32585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2258" y="4838224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Checkout &amp; Pay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302258" y="4083934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View Cart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302258" y="3337262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Select Items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302258" y="2582971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Browse Menu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93790" y="5679400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diagram shows a streamlined path: customers browse categories, customize items with modifiers, maintain a visible cart, and complete checkout in a few steps. The backend validates orders, deducts inventory where applicable, and triggers confirmation notifications and kitchen tickets.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510" y="1105614"/>
            <a:ext cx="6410325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SEO &amp; Marketing Considerations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510" y="1815108"/>
            <a:ext cx="407194" cy="4071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1510" y="2389346"/>
            <a:ext cx="2363629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Indexable HTML Menus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1510" y="2723912"/>
            <a:ext cx="7840980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server-rendered HTML with structured data (schema.org/Menu and LocalBusiness) so search engines surface dishes and menu sections directly in local search.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510" y="3465552"/>
            <a:ext cx="407194" cy="4071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1510" y="4039791"/>
            <a:ext cx="2035969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Social Proof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51510" y="4374356"/>
            <a:ext cx="7840980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Embed recent reviews, star ratings, and featured testimonials on the menu page to boost conversions and trust.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510" y="5115997"/>
            <a:ext cx="407194" cy="4071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1510" y="5690235"/>
            <a:ext cx="2035969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Capture Customers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51510" y="6024801"/>
            <a:ext cx="7840980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Offer newsletter opt-in at checkout, first-order discounts, and targeted email campaigns tied to ordering behavior.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51510" y="6649522"/>
            <a:ext cx="7840980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Local SEO fundamentals—consistent NAP, hours, and schema markup—improve discoverability for nearby hungry customers.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05520"/>
            <a:ext cx="65277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Challenges &amp; Best Practices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849273" y="24216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Common Pitfalls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9273" y="2930128"/>
            <a:ext cx="3023116" cy="236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PDF-only menus that hurt SEO and accessibility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Outdated hours or menu items causing order failures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Unoptimized images and scripts slowing mobile experiences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419600" y="2421612"/>
            <a:ext cx="34999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Recommended Best Practices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419600" y="2930128"/>
            <a:ext cx="3938111" cy="274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HTML menus with ARIA roles for accessibility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Compress images, use responsive srcsets, lazy load off-screen media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automated tests and cross-browser/device QA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Log key metrics: conversion rate, abandonment at cart, load times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97134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Prepare a migration path from SQLite to PostgreSQL and from monolith to microservices as the business grows. Backups, monitoring, and rollback strategies are essential operational controls.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6160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Conclusion: Building a Future-Ready Restaurant Website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243971"/>
            <a:ext cx="3679031" cy="2428875"/>
          </a:xfrm>
          <a:prstGeom prst="roundRect">
            <a:avLst>
              <a:gd name="adj" fmla="val 343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86168" y="24499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Balanced Stack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86168" y="2879169"/>
            <a:ext cx="326707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Combining Django templates, a Flask API layer, and SQLite delivers a pragmatic, maintainable starting point with clear upgrade paths.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157579" y="2243971"/>
            <a:ext cx="3679031" cy="2428875"/>
          </a:xfrm>
          <a:prstGeom prst="roundRect">
            <a:avLst>
              <a:gd name="adj" fmla="val 343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63557" y="24499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Focus on UX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63557" y="2879169"/>
            <a:ext cx="32670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Mobile-first design, fast performance, and clear CTAs increase conversion and repeat orders.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4871204"/>
            <a:ext cx="7556421" cy="1476256"/>
          </a:xfrm>
          <a:prstGeom prst="roundRect">
            <a:avLst>
              <a:gd name="adj" fmla="val 56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86168" y="50771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Ongoing Growth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86168" y="5506403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Support marketing, analytics, and third-party integrations to turn the site into a long-term revenue channel.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280190" y="657070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Next steps: define data models and API endpoints, build an admin prototype for menu management, and run a pilot with live orders to validate assumptions and iterate quickly.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2026-02-20T05:47:49Z</dcterms:created>
  <dcterms:modified xsi:type="dcterms:W3CDTF">2026-02-20T05:47:49Z</dcterms:modified>
</cp:coreProperties>
</file>